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320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SOPORTE TÉCNICO REMOTO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Diagnóstico de Hardware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45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 •  TeamViewer  •  CPU-Z  •  MemTest86  •  CrystalDiskInfo  •  OCCT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— Soporte Técnico Profesional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1E3A5F">
              <a:alpha val="70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315200" y="2286000"/>
            <a:ext cx="1645920" cy="164592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57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09728" cy="11430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Acceso Remoto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91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&amp; TeamViewer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109728" cy="11430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6928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6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y Nivel de Acceso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Dificultad, seguridad y alcance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109728" cy="1143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6928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RAM y Procesador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343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MemTest86, CPU-Z, OCCT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109728" cy="1143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47488" y="987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47488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Almacenamiento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47488" y="1691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CrystalDiskInfo, HD Tune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109728" cy="1143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47488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47488" y="2697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Periféricos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47488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Teclado, cámara, USB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2062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047488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47488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47488" y="4343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prácticas y recomendaciones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— Acceso Remoto Ultrarrápido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926080" cy="1371600"/>
          </a:xfrm>
          <a:prstGeom prst="rect">
            <a:avLst/>
          </a:prstGeom>
          <a:solidFill>
            <a:srgbClr val="E5393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Software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77724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914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914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1188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&lt;16ms gracias al protocolo DeskRT propio. Conexión fluida incluso con bajo ancho de banda.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77724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144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914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TLS 1.2 + RSA 2048. Verificación en dos pasos y contraseñas de sesión temporales.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74720" y="274320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8803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624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Desatendido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1188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conectarse sin intervención del usuario remoto con contraseña permanente configurada.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74320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8803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Linux, Android, iOS. Sin instalación completa (versión portátil disponible).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18"/>
          <p:cNvSpPr/>
          <p:nvPr/>
        </p:nvSpPr>
        <p:spPr>
          <a:xfrm>
            <a:off x="365760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&lt;16ms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084832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 DeskRT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803904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Cifrado: TLS 1.2 / RSA-2048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22976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Plataformas: 7+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242048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Dificultad: ⭐ Baja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TEAMVIEWER — Solución Empresarial Integral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926080" cy="1371600"/>
          </a:xfrm>
          <a:prstGeom prst="rect">
            <a:avLst/>
          </a:prstGeom>
          <a:solidFill>
            <a:srgbClr val="0067B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TeamViewer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Remote Access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77724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914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914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Multi-Sesión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1188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múltiples sesiones simultáneas. Panel centralizado para equipos de TI.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77724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144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914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Remoto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RMM integrado: monitoreo 24/7, alertas automáticas y gestión de parches.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474720" y="274320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8803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624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1188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archivos, chat, pizarra colaborativa, grabación de sesiones.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743200"/>
            <a:ext cx="260604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8803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AES-256, autenticación de dos factores, lista blanca de dispositivos.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18"/>
          <p:cNvSpPr/>
          <p:nvPr/>
        </p:nvSpPr>
        <p:spPr>
          <a:xfrm>
            <a:off x="365760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Cifrado: AES-256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084832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 TV propio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803904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Sesiones: Múltiples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22976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 Soporte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242048" y="4553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Dificultad: ⭐⭐ Media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AnyDesk vs TeamViewer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822960"/>
            <a:ext cx="292608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91840" y="868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822960"/>
            <a:ext cx="2926080" cy="402336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0" y="868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TeamViewer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274320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1271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225296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91840" y="1271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Muy alta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225296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0" y="1271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Alta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627632"/>
            <a:ext cx="274320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1673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de uso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627632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291840" y="1673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Muy fácil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627632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0" y="1673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Intermedia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029968"/>
            <a:ext cx="274320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65760" y="2075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029968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291840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/ RSA-2048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029968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00800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bits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432304"/>
            <a:ext cx="274320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65760" y="2478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desatendido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432304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291840" y="2478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con contraseña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432304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400800" y="2478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con token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274320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65760" y="2880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múltiples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2834640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3291840" y="2880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pago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834640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400800" y="2880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(plan empresarial)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236976"/>
            <a:ext cx="274320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365760" y="3282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RMM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3236976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3291840" y="32826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3236976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400800" y="32826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integrado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639312"/>
            <a:ext cx="274320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365760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gratuita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3639312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329184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personal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09360" y="3639312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4008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no comercial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041648"/>
            <a:ext cx="274320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365760" y="4087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0" y="4041648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3291840" y="4087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sistemas operativos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4041648"/>
            <a:ext cx="292608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6400800" y="4087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compatibilidad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4443984"/>
            <a:ext cx="274320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365760" y="4489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aprox.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200400" y="4443984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3291840" y="4489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$14.90/mes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09360" y="4443984"/>
            <a:ext cx="292608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6400800" y="44897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$24.90/mes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FUNCIONAN? — Arquitectura de Conexión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2011680" cy="10058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Técnico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 Local)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2011680" cy="100584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566160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Servidor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Relay/Cloud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645920"/>
            <a:ext cx="2011680" cy="1005840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PC Remota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2148840"/>
            <a:ext cx="1280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77840" y="2148840"/>
            <a:ext cx="1280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62940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456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de conexión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contraseña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9496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enrutamiento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1005840" y="32918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 el cliente en ambos equipos (o versión portable sin instalación).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33832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200400" y="32918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004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6888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 Conexión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dispositivo recibe un ID único. El técnico ingresa el ID del cliente.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5394960" y="32918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3949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acepta la conexión y puede controlar qué permisos otorga.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33832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7589520" y="32918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5895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Activa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en tiempo real con cifrado de extremo a extremo.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— RAM y Procesador (CPU)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114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6858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91440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103120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memoria RAM de forma exhaustiva arrancando desde USB/CD, fuera del sistema operativo. Detecta errores de hardware en módulos DIMM y DDR.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724912"/>
            <a:ext cx="2523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4048" y="27889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063240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Boot desde USB/CD independiente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3101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Pruebas de patrones de bits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55701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Detección de módulos defectuosos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803904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Compatible con DDR4/DDR5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4663440"/>
            <a:ext cx="2523744" cy="201168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84048" y="46634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Avanzado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43200" cy="6858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29184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CPU-Z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91440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29200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RAM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15727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información y benchmarking. Muestra frecuencias, voltajes, caché, núcleos e información detallada del procesador y módulos RAM.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2724912"/>
            <a:ext cx="2523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310128" y="27889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063240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Frecuencias en tiempo real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33101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Voltajes e información de VRM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355701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Benchmark monocúcleo/multicúcleo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3803904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Versión portable disponible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0128" y="4663440"/>
            <a:ext cx="2523744" cy="201168"/>
          </a:xfrm>
          <a:prstGeom prst="rect">
            <a:avLst/>
          </a:prstGeom>
          <a:solidFill>
            <a:srgbClr val="B71C1C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10128" y="46634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Básico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822960"/>
            <a:ext cx="2743200" cy="4114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126480" y="822960"/>
            <a:ext cx="2743200" cy="6858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21792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955280" y="91440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7955280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GPU + PSU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157276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estabilidad y estrés. Somete el CPU/GPU a carga máxima para detectar inestabilidades por overclocking, refrigeración insuficiente o PSU débil.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2724912"/>
            <a:ext cx="2523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236208" y="27889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063240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 de estrés CPU/GPU/RAM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36208" y="33101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Monitoreo de temperatura en vivo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36208" y="355701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Detección de errores de cálculo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36208" y="3803904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Informe exportable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4663440"/>
            <a:ext cx="2523744" cy="201168"/>
          </a:xfrm>
          <a:prstGeom prst="rect">
            <a:avLst/>
          </a:prstGeom>
          <a:solidFill>
            <a:srgbClr val="6A1B9A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236208" y="46634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Intermedio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— Disco Duro / SSD y Tarjeta de Video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Diagnóstico de Almacenamiento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91440" cy="868680"/>
          </a:xfrm>
          <a:prstGeom prst="rect">
            <a:avLst/>
          </a:prstGeom>
          <a:solidFill>
            <a:srgbClr val="0288D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CrystalDiskInfo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atributos S.M.A.R.T. del disco. Muestra temperatura, horas de uso, sectores reasignados y estado de salud general del HDD/SSD.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514600"/>
            <a:ext cx="91440" cy="86868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66928" y="25146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Tune Pro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83464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velocidad de lectura/escritura. Escaneo de errores en superficie. Ideal para detectar sectores defectuosos en HDDs.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611880"/>
            <a:ext cx="91440" cy="86868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66928" y="361188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CrystalDiskMark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93192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velocidades secuenciales y aleatorias de lectura/escritura. Imprescindible para evaluar el rendimiento real de un SSD NVMe.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4114800" cy="4160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14800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46320" y="804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Diagnóstico de Tarjeta de Video (GPU)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64608" y="1417320"/>
            <a:ext cx="91440" cy="8686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47488" y="14173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47488" y="173736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completa de la GPU: frecuencias, VRAM, temperatura, consumo. Compatible con NVIDIA, AMD e Intel Arc.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64608" y="2514600"/>
            <a:ext cx="91440" cy="868680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47488" y="25146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FurMark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283464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estrés máximo para la GPU. Detecta overheating, throttling térmico y artefactos visuales bajo carga extrema.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64608" y="3611880"/>
            <a:ext cx="91440" cy="8686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47488" y="361188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 Afterburner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47488" y="393192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en tiempo real del GPU: temperatura, uso, frecuencias. Permite overclocking y ajuste de curva de ventiladores.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— Teclado, Cámara y Puertos USB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8229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993392"/>
            <a:ext cx="2377440" cy="0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11480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313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KeyboardTest — Detecta teclas muertas o con rebote en mapa visual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7523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Aqua's Key Test — Prueba cada tecla con NKRO (N-Key Rollover)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3191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PassMark Keyboard — Benchmark de velocidad de escritura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4572000"/>
            <a:ext cx="2468880" cy="292608"/>
          </a:xfrm>
          <a:prstGeom prst="rect">
            <a:avLst/>
          </a:prstGeom>
          <a:solidFill>
            <a:srgbClr val="7B1FA2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11480" y="4572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Una tecla con rebote (bounce) puede generar dobles pulsaciones. Verificar con KeyboardTest antes de reemplazar el teclado.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00400" y="777240"/>
            <a:ext cx="2743200" cy="4160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82296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Web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383280" y="1993392"/>
            <a:ext cx="2377440" cy="0"/>
          </a:xfrm>
          <a:prstGeom prst="line">
            <a:avLst/>
          </a:prstGeom>
          <a:noFill/>
          <a:ln w="1905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4"/>
          <p:cNvSpPr/>
          <p:nvPr/>
        </p:nvSpPr>
        <p:spPr>
          <a:xfrm>
            <a:off x="3337560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37560" y="2313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Camera App (Windows) — Prueba básica integrada en el OS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37560" y="27523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VLC Media Player — Accede directo al dispositivo de captura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37560" y="3191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Webcam Test (web) — Verifica resolución, FPS y micrófono integrado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337560" y="4572000"/>
            <a:ext cx="2468880" cy="292608"/>
          </a:xfrm>
          <a:prstGeom prst="rect">
            <a:avLst/>
          </a:prstGeom>
          <a:solidFill>
            <a:srgbClr val="0277BD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3337560" y="4572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 la cámara no aparece, verificar en Administrador de Dispositivos &gt; Cámaras. Puede ser un driver desactualizado o conflicto con antivirus.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126480" y="777240"/>
            <a:ext cx="2743200" cy="4160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822960"/>
            <a:ext cx="731520" cy="7315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2648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USB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309360" y="1993392"/>
            <a:ext cx="237744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3"/>
          <p:cNvSpPr/>
          <p:nvPr/>
        </p:nvSpPr>
        <p:spPr>
          <a:xfrm>
            <a:off x="6263640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63640" y="2313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USBDeview — Lista todos los dispositivos USB conectados e historial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263640" y="27523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USB Device Tree Viewer — Árbol de hubs y ancho de banda USB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63640" y="3191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CrystalDiskMark — Verifica velocidad USB 3.x vs USB 2.0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263640" y="4572000"/>
            <a:ext cx="2468880" cy="292608"/>
          </a:xfrm>
          <a:prstGeom prst="rect">
            <a:avLst/>
          </a:prstGeom>
          <a:solidFill>
            <a:srgbClr val="2E7D32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8"/>
          <p:cNvSpPr/>
          <p:nvPr/>
        </p:nvSpPr>
        <p:spPr>
          <a:xfrm>
            <a:off x="6263640" y="4572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Un puerto USB 3.0 que opera a velocidad USB 2.0 puede indicar driver corrupto, limitación del hub o cable de mala calidad.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NIVELES DE ACCESO REMOTO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— Visualización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ver la pantalla del cliente. Sin interacción. Útil para diagnóstico inicial y capacitación.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80160" y="1828800"/>
            <a:ext cx="6583680" cy="822960"/>
          </a:xfrm>
          <a:prstGeom prst="rect">
            <a:avLst/>
          </a:prstGeom>
          <a:solidFill>
            <a:srgbClr val="0EA5E9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— Control Básico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1305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mouse y teclado. Ejecución de programas y navegación de archivos con supervisión.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2788920"/>
            <a:ext cx="512064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103120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— Acceso Completo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0906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archivos, instalación de software, acceso a línea de comandos y registro del sistema.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3749040"/>
            <a:ext cx="3657600" cy="82296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83464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— Acceso Administrativo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40507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sin supervisión, modificación de usuarios, control de servicios del sistema. Requiere máxima confianza.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nivel de acceso debe ser acordado explícitamente con el cliente. Documentar y obtener consentimiento antes de cualquier sesión remota.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1131</Words>
  <Application>Microsoft Office PowerPoint</Application>
  <PresentationFormat>Presentación en pantalla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Remotas y Diagnóstico de Hardware</dc:title>
  <dc:subject>PptxGenJS Presentation</dc:subject>
  <dc:creator>PptxGenJS</dc:creator>
  <cp:lastModifiedBy>CAMILO GARCÍA</cp:lastModifiedBy>
  <cp:revision>2</cp:revision>
  <dcterms:created xsi:type="dcterms:W3CDTF">2026-05-11T00:30:51Z</dcterms:created>
  <dcterms:modified xsi:type="dcterms:W3CDTF">2026-05-11T12:03:25Z</dcterms:modified>
</cp:coreProperties>
</file>